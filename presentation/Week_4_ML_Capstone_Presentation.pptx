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ML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Customer Churn Prediction API</a:t>
            </a:r>
          </a:p>
          <a:p>
            <a:pPr>
              <a:spcAft>
                <a:spcPts val="1000"/>
              </a:spcAft>
              <a:defRPr sz="2200"/>
            </a:pPr>
            <a:r>
              <a:t>End-to-end ML training, evaluation, serialization and deployment</a:t>
            </a:r>
          </a:p>
          <a:p>
            <a:pPr>
              <a:spcAft>
                <a:spcPts val="1000"/>
              </a:spcAft>
              <a:defRPr sz="2200"/>
            </a:pPr>
            <a:r>
              <a:t>YuvaIntern AI Pioneers — Machine Learning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Predict whether a customer is likely to churn.</a:t>
            </a:r>
          </a:p>
          <a:p>
            <a:pPr>
              <a:spcAft>
                <a:spcPts val="1000"/>
              </a:spcAft>
              <a:defRPr sz="2200"/>
            </a:pPr>
            <a:r>
              <a:t>Binary classification: Yes / No.</a:t>
            </a:r>
          </a:p>
          <a:p>
            <a:pPr>
              <a:spcAft>
                <a:spcPts val="1000"/>
              </a:spcAft>
              <a:defRPr sz="2200"/>
            </a:pPr>
            <a:r>
              <a:t>Expose the trained model through a prediction API.</a:t>
            </a:r>
          </a:p>
          <a:p>
            <a:pPr>
              <a:spcAft>
                <a:spcPts val="1000"/>
              </a:spcAft>
              <a:defRPr sz="2200"/>
            </a:pPr>
            <a:r>
              <a:t>Important: dataset is synthetic and intended for educational deployment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Synthetic data generation</a:t>
            </a:r>
          </a:p>
          <a:p>
            <a:pPr>
              <a:spcAft>
                <a:spcPts val="1000"/>
              </a:spcAft>
              <a:defRPr sz="2200"/>
            </a:pPr>
            <a:r>
              <a:t>Data validation and preprocessing</a:t>
            </a:r>
          </a:p>
          <a:p>
            <a:pPr>
              <a:spcAft>
                <a:spcPts val="1000"/>
              </a:spcAft>
              <a:defRPr sz="2200"/>
            </a:pPr>
            <a:r>
              <a:t>Train / test split</a:t>
            </a:r>
          </a:p>
          <a:p>
            <a:pPr>
              <a:spcAft>
                <a:spcPts val="1000"/>
              </a:spcAft>
              <a:defRPr sz="2200"/>
            </a:pPr>
            <a:r>
              <a:t>5-fold cross-validation</a:t>
            </a:r>
          </a:p>
          <a:p>
            <a:pPr>
              <a:spcAft>
                <a:spcPts val="1000"/>
              </a:spcAft>
              <a:defRPr sz="2200"/>
            </a:pPr>
            <a:r>
              <a:t>Model comparison and tuning</a:t>
            </a:r>
          </a:p>
          <a:p>
            <a:pPr>
              <a:spcAft>
                <a:spcPts val="1000"/>
              </a:spcAft>
              <a:defRPr sz="2200"/>
            </a:pPr>
            <a:r>
              <a:t>Held-out evaluation</a:t>
            </a:r>
          </a:p>
          <a:p>
            <a:pPr>
              <a:spcAft>
                <a:spcPts val="1000"/>
              </a:spcAft>
              <a:defRPr sz="2200"/>
            </a:pPr>
            <a:r>
              <a:t>Joblib serialization</a:t>
            </a:r>
          </a:p>
          <a:p>
            <a:pPr>
              <a:spcAft>
                <a:spcPts val="1000"/>
              </a:spcAft>
              <a:defRPr sz="2200"/>
            </a:pPr>
            <a:r>
              <a:t>FastAPI inference endpoint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Numerical: median imputation + standard scaling</a:t>
            </a:r>
          </a:p>
          <a:p>
            <a:pPr>
              <a:spcAft>
                <a:spcPts val="1000"/>
              </a:spcAft>
              <a:defRPr sz="2200"/>
            </a:pPr>
            <a:r>
              <a:t>Categorical: most-frequent imputation + one-hot encoding</a:t>
            </a:r>
          </a:p>
          <a:p>
            <a:pPr>
              <a:spcAft>
                <a:spcPts val="1000"/>
              </a:spcAft>
              <a:defRPr sz="2200"/>
            </a:pPr>
            <a:r>
              <a:t>Unknown categories handled safely</a:t>
            </a:r>
          </a:p>
          <a:p>
            <a:pPr>
              <a:spcAft>
                <a:spcPts val="1000"/>
              </a:spcAft>
              <a:defRPr sz="2200"/>
            </a:pPr>
            <a:r>
              <a:t>All transformations are inside a Pipeline</a:t>
            </a:r>
          </a:p>
          <a:p>
            <a:pPr>
              <a:spcAft>
                <a:spcPts val="1000"/>
              </a:spcAft>
              <a:defRPr sz="2200"/>
            </a:pPr>
            <a:r>
              <a:t>Pipeline design prevents preprocessing mismatch and reduces leakage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Logistic Regression — interpretable baseline</a:t>
            </a:r>
          </a:p>
          <a:p>
            <a:pPr>
              <a:spcAft>
                <a:spcPts val="1000"/>
              </a:spcAft>
              <a:defRPr sz="2200"/>
            </a:pPr>
            <a:r>
              <a:t>Random Forest — nonlinear interactions and robust baseline</a:t>
            </a:r>
          </a:p>
          <a:p>
            <a:pPr>
              <a:spcAft>
                <a:spcPts val="1000"/>
              </a:spcAft>
              <a:defRPr sz="2200"/>
            </a:pPr>
            <a:r>
              <a:t>HistGradientBoosting — additional nonlinear model</a:t>
            </a:r>
          </a:p>
          <a:p>
            <a:pPr>
              <a:spcAft>
                <a:spcPts val="1000"/>
              </a:spcAft>
              <a:defRPr sz="2200"/>
            </a:pPr>
            <a:r>
              <a:t>Selection metric: 5-fold weighted F1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Accuracy: 0.7040</a:t>
            </a:r>
          </a:p>
          <a:p>
            <a:pPr>
              <a:spcAft>
                <a:spcPts val="1000"/>
              </a:spcAft>
              <a:defRPr sz="2200"/>
            </a:pPr>
            <a:r>
              <a:t>Weighted Precision: 0.7037</a:t>
            </a:r>
          </a:p>
          <a:p>
            <a:pPr>
              <a:spcAft>
                <a:spcPts val="1000"/>
              </a:spcAft>
              <a:defRPr sz="2200"/>
            </a:pPr>
            <a:r>
              <a:t>Weighted Recall: 0.7040</a:t>
            </a:r>
          </a:p>
          <a:p>
            <a:pPr>
              <a:spcAft>
                <a:spcPts val="1000"/>
              </a:spcAft>
              <a:defRPr sz="2200"/>
            </a:pPr>
            <a:r>
              <a:t>Weighted F1: 0.7037</a:t>
            </a:r>
          </a:p>
          <a:p>
            <a:pPr>
              <a:spcAft>
                <a:spcPts val="1000"/>
              </a:spcAft>
              <a:defRPr sz="2200"/>
            </a:pPr>
            <a:r>
              <a:t>ROC-AUC: 0.7333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The complete fitted preprocessing + model pipeline is serialized with Joblib.</a:t>
            </a:r>
          </a:p>
          <a:p>
            <a:pPr>
              <a:spcAft>
                <a:spcPts val="1000"/>
              </a:spcAft>
              <a:defRPr sz="2200"/>
            </a:pPr>
            <a:r>
              <a:t>The API loads one artifact at startup.</a:t>
            </a:r>
          </a:p>
          <a:p>
            <a:pPr>
              <a:spcAft>
                <a:spcPts val="1000"/>
              </a:spcAft>
              <a:defRPr sz="2200"/>
            </a:pPr>
            <a:r>
              <a:t>Inference therefore uses the same transformations as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GET / — API information</a:t>
            </a:r>
          </a:p>
          <a:p>
            <a:pPr>
              <a:spcAft>
                <a:spcPts val="1000"/>
              </a:spcAft>
              <a:defRPr sz="2200"/>
            </a:pPr>
            <a:r>
              <a:t>GET /health — service/model health</a:t>
            </a:r>
          </a:p>
          <a:p>
            <a:pPr>
              <a:spcAft>
                <a:spcPts val="1000"/>
              </a:spcAft>
              <a:defRPr sz="2200"/>
            </a:pPr>
            <a:r>
              <a:t>POST /predict — churn prediction</a:t>
            </a:r>
          </a:p>
          <a:p>
            <a:pPr>
              <a:spcAft>
                <a:spcPts val="1000"/>
              </a:spcAft>
              <a:defRPr sz="2200"/>
            </a:pPr>
            <a:r>
              <a:t>Pydantic validates incoming requests</a:t>
            </a:r>
          </a:p>
          <a:p>
            <a:pPr>
              <a:spcAft>
                <a:spcPts val="1000"/>
              </a:spcAft>
              <a:defRPr sz="2200"/>
            </a:pPr>
            <a:r>
              <a:t>Swagger documentation available at /docs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API health test</a:t>
            </a:r>
          </a:p>
          <a:p>
            <a:pPr>
              <a:spcAft>
                <a:spcPts val="1000"/>
              </a:spcAft>
              <a:defRPr sz="2200"/>
            </a:pPr>
            <a:r>
              <a:t>Successful prediction test</a:t>
            </a:r>
          </a:p>
          <a:p>
            <a:pPr>
              <a:spcAft>
                <a:spcPts val="1000"/>
              </a:spcAft>
              <a:defRPr sz="2200"/>
            </a:pPr>
            <a:r>
              <a:t>Probability range test</a:t>
            </a:r>
          </a:p>
          <a:p>
            <a:pPr>
              <a:spcAft>
                <a:spcPts val="1000"/>
              </a:spcAft>
              <a:defRPr sz="2200"/>
            </a:pPr>
            <a:r>
              <a:t>Invalid input validation test</a:t>
            </a:r>
          </a:p>
          <a:p>
            <a:pPr>
              <a:spcAft>
                <a:spcPts val="1000"/>
              </a:spcAft>
              <a:defRPr sz="2200"/>
            </a:pPr>
            <a:r>
              <a:t>Run with: pytest -q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Synthetic data is not evidence of real-world performance.</a:t>
            </a:r>
          </a:p>
          <a:p>
            <a:pPr>
              <a:spcAft>
                <a:spcPts val="1000"/>
              </a:spcAft>
              <a:defRPr sz="2200"/>
            </a:pPr>
            <a:r>
              <a:t>Real deployment requires approved historical data.</a:t>
            </a:r>
          </a:p>
          <a:p>
            <a:pPr>
              <a:spcAft>
                <a:spcPts val="1000"/>
              </a:spcAft>
              <a:defRPr sz="2200"/>
            </a:pPr>
            <a:r>
              <a:t>Add temporal validation, calibration and drift monitoring.</a:t>
            </a:r>
          </a:p>
          <a:p>
            <a:pPr>
              <a:spcAft>
                <a:spcPts val="1000"/>
              </a:spcAft>
              <a:defRPr sz="2200"/>
            </a:pPr>
            <a:r>
              <a:t>Add authentication, HTTPS, logging and model versioning.</a:t>
            </a:r>
          </a:p>
          <a:p>
            <a:pPr>
              <a:spcAft>
                <a:spcPts val="1000"/>
              </a:spcAft>
              <a:defRPr sz="2200"/>
            </a:pPr>
            <a:r>
              <a:t>Monitor performance after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/>
            </a:pPr>
            <a:r>
              <a:t>GitHub-ready source structure</a:t>
            </a:r>
          </a:p>
          <a:p>
            <a:pPr>
              <a:spcAft>
                <a:spcPts val="1000"/>
              </a:spcAft>
              <a:defRPr sz="2200"/>
            </a:pPr>
            <a:r>
              <a:t>Serialized model</a:t>
            </a:r>
          </a:p>
          <a:p>
            <a:pPr>
              <a:spcAft>
                <a:spcPts val="1000"/>
              </a:spcAft>
              <a:defRPr sz="2200"/>
            </a:pPr>
            <a:r>
              <a:t>FastAPI application</a:t>
            </a:r>
          </a:p>
          <a:p>
            <a:pPr>
              <a:spcAft>
                <a:spcPts val="1000"/>
              </a:spcAft>
              <a:defRPr sz="2200"/>
            </a:pPr>
            <a:r>
              <a:t>Automated tests</a:t>
            </a:r>
          </a:p>
          <a:p>
            <a:pPr>
              <a:spcAft>
                <a:spcPts val="1000"/>
              </a:spcAft>
              <a:defRPr sz="2200"/>
            </a:pPr>
            <a:r>
              <a:t>Evaluation report</a:t>
            </a:r>
          </a:p>
          <a:p>
            <a:pPr>
              <a:spcAft>
                <a:spcPts val="1000"/>
              </a:spcAft>
              <a:defRPr sz="2200"/>
            </a:pPr>
            <a:r>
              <a:t>Model card</a:t>
            </a:r>
          </a:p>
          <a:p>
            <a:pPr>
              <a:spcAft>
                <a:spcPts val="1000"/>
              </a:spcAft>
              <a:defRPr sz="2200"/>
            </a:pPr>
            <a:r>
              <a:t>Decision log</a:t>
            </a:r>
          </a:p>
          <a:p>
            <a:pPr>
              <a:spcAft>
                <a:spcPts val="1000"/>
              </a:spcAft>
              <a:defRPr sz="2200"/>
            </a:pPr>
            <a:r>
              <a:t>API guide and runbook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